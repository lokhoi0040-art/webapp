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Livvic" charset="1" panose="00000000000000000000"/>
      <p:regular r:id="rId7"/>
    </p:embeddedFont>
    <p:embeddedFont>
      <p:font typeface="The Youngest" charset="1" panose="00000500000000000000"/>
      <p:regular r:id="rId8"/>
    </p:embeddedFont>
    <p:embeddedFont>
      <p:font typeface="Paytone One" charset="1" panose="00000500000000000000"/>
      <p:regular r:id="rId9"/>
    </p:embeddedFont>
    <p:embeddedFont>
      <p:font typeface="Livvic Bold" charset="1" panose="00000000000000000000"/>
      <p:regular r:id="rId10"/>
    </p:embeddedFont>
    <p:embeddedFont>
      <p:font typeface="Livvic Semi-Bold" charset="1" panose="00000000000000000000"/>
      <p:regular r:id="rId11"/>
    </p:embeddedFont>
    <p:embeddedFont>
      <p:font typeface="Livvic Medium" charset="1" panose="00000000000000000000"/>
      <p:regular r:id="rId12"/>
    </p:embeddedFont>
    <p:embeddedFont>
      <p:font typeface="Amoresa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7166" y="8886829"/>
            <a:ext cx="2689485" cy="2689485"/>
          </a:xfrm>
          <a:custGeom>
            <a:avLst/>
            <a:gdLst/>
            <a:ahLst/>
            <a:cxnLst/>
            <a:rect r="r" b="b" t="t" l="l"/>
            <a:pathLst>
              <a:path h="2689485" w="2689485">
                <a:moveTo>
                  <a:pt x="0" y="0"/>
                </a:moveTo>
                <a:lnTo>
                  <a:pt x="2689485" y="0"/>
                </a:lnTo>
                <a:lnTo>
                  <a:pt x="2689485" y="2689485"/>
                </a:lnTo>
                <a:lnTo>
                  <a:pt x="0" y="2689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67295" y="444338"/>
            <a:ext cx="1050268" cy="1050268"/>
          </a:xfrm>
          <a:custGeom>
            <a:avLst/>
            <a:gdLst/>
            <a:ahLst/>
            <a:cxnLst/>
            <a:rect r="r" b="b" t="t" l="l"/>
            <a:pathLst>
              <a:path h="1050268" w="1050268">
                <a:moveTo>
                  <a:pt x="0" y="0"/>
                </a:moveTo>
                <a:lnTo>
                  <a:pt x="1050269" y="0"/>
                </a:lnTo>
                <a:lnTo>
                  <a:pt x="1050269" y="1050269"/>
                </a:lnTo>
                <a:lnTo>
                  <a:pt x="0" y="10502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46756" y="10022565"/>
            <a:ext cx="532981" cy="532981"/>
          </a:xfrm>
          <a:custGeom>
            <a:avLst/>
            <a:gdLst/>
            <a:ahLst/>
            <a:cxnLst/>
            <a:rect r="r" b="b" t="t" l="l"/>
            <a:pathLst>
              <a:path h="532981" w="532981">
                <a:moveTo>
                  <a:pt x="0" y="0"/>
                </a:moveTo>
                <a:lnTo>
                  <a:pt x="532981" y="0"/>
                </a:lnTo>
                <a:lnTo>
                  <a:pt x="532981" y="532980"/>
                </a:lnTo>
                <a:lnTo>
                  <a:pt x="0" y="532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49858" y="10140606"/>
            <a:ext cx="296898" cy="296898"/>
          </a:xfrm>
          <a:custGeom>
            <a:avLst/>
            <a:gdLst/>
            <a:ahLst/>
            <a:cxnLst/>
            <a:rect r="r" b="b" t="t" l="l"/>
            <a:pathLst>
              <a:path h="296898" w="296898">
                <a:moveTo>
                  <a:pt x="0" y="0"/>
                </a:moveTo>
                <a:lnTo>
                  <a:pt x="296898" y="0"/>
                </a:lnTo>
                <a:lnTo>
                  <a:pt x="296898" y="296898"/>
                </a:lnTo>
                <a:lnTo>
                  <a:pt x="0" y="2968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91072" y="4343775"/>
            <a:ext cx="122855" cy="167720"/>
          </a:xfrm>
          <a:custGeom>
            <a:avLst/>
            <a:gdLst/>
            <a:ahLst/>
            <a:cxnLst/>
            <a:rect r="r" b="b" t="t" l="l"/>
            <a:pathLst>
              <a:path h="167720" w="122855">
                <a:moveTo>
                  <a:pt x="0" y="0"/>
                </a:moveTo>
                <a:lnTo>
                  <a:pt x="122855" y="0"/>
                </a:lnTo>
                <a:lnTo>
                  <a:pt x="122855" y="167720"/>
                </a:lnTo>
                <a:lnTo>
                  <a:pt x="0" y="167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791072" y="3726123"/>
            <a:ext cx="122855" cy="168504"/>
          </a:xfrm>
          <a:custGeom>
            <a:avLst/>
            <a:gdLst/>
            <a:ahLst/>
            <a:cxnLst/>
            <a:rect r="r" b="b" t="t" l="l"/>
            <a:pathLst>
              <a:path h="168504" w="122855">
                <a:moveTo>
                  <a:pt x="0" y="0"/>
                </a:moveTo>
                <a:lnTo>
                  <a:pt x="122855" y="0"/>
                </a:lnTo>
                <a:lnTo>
                  <a:pt x="122855" y="168504"/>
                </a:lnTo>
                <a:lnTo>
                  <a:pt x="0" y="1685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774409" y="4057573"/>
            <a:ext cx="156182" cy="111475"/>
          </a:xfrm>
          <a:custGeom>
            <a:avLst/>
            <a:gdLst/>
            <a:ahLst/>
            <a:cxnLst/>
            <a:rect r="r" b="b" t="t" l="l"/>
            <a:pathLst>
              <a:path h="111475" w="156182">
                <a:moveTo>
                  <a:pt x="0" y="0"/>
                </a:moveTo>
                <a:lnTo>
                  <a:pt x="156182" y="0"/>
                </a:lnTo>
                <a:lnTo>
                  <a:pt x="156182" y="111475"/>
                </a:lnTo>
                <a:lnTo>
                  <a:pt x="0" y="1114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411944" y="5507217"/>
            <a:ext cx="183614" cy="183614"/>
          </a:xfrm>
          <a:custGeom>
            <a:avLst/>
            <a:gdLst/>
            <a:ahLst/>
            <a:cxnLst/>
            <a:rect r="r" b="b" t="t" l="l"/>
            <a:pathLst>
              <a:path h="183614" w="183614">
                <a:moveTo>
                  <a:pt x="0" y="0"/>
                </a:moveTo>
                <a:lnTo>
                  <a:pt x="183614" y="0"/>
                </a:lnTo>
                <a:lnTo>
                  <a:pt x="183614" y="183613"/>
                </a:lnTo>
                <a:lnTo>
                  <a:pt x="0" y="1836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3541696" y="5731295"/>
            <a:ext cx="0" cy="984598"/>
          </a:xfrm>
          <a:prstGeom prst="line">
            <a:avLst/>
          </a:prstGeom>
          <a:ln cap="rnd" w="9525">
            <a:solidFill>
              <a:srgbClr val="1A1823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498989" y="5731295"/>
            <a:ext cx="0" cy="657374"/>
          </a:xfrm>
          <a:prstGeom prst="line">
            <a:avLst/>
          </a:prstGeom>
          <a:ln cap="rnd" w="9525">
            <a:solidFill>
              <a:srgbClr val="1A1823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3541696" y="6998540"/>
            <a:ext cx="0" cy="1018619"/>
          </a:xfrm>
          <a:prstGeom prst="line">
            <a:avLst/>
          </a:prstGeom>
          <a:ln cap="rnd" w="9525">
            <a:solidFill>
              <a:srgbClr val="1A1823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449889" y="5507217"/>
            <a:ext cx="183614" cy="183614"/>
          </a:xfrm>
          <a:custGeom>
            <a:avLst/>
            <a:gdLst/>
            <a:ahLst/>
            <a:cxnLst/>
            <a:rect r="r" b="b" t="t" l="l"/>
            <a:pathLst>
              <a:path h="183614" w="183614">
                <a:moveTo>
                  <a:pt x="0" y="0"/>
                </a:moveTo>
                <a:lnTo>
                  <a:pt x="183614" y="0"/>
                </a:lnTo>
                <a:lnTo>
                  <a:pt x="183614" y="183613"/>
                </a:lnTo>
                <a:lnTo>
                  <a:pt x="0" y="1836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7182" y="6460699"/>
            <a:ext cx="183614" cy="183614"/>
          </a:xfrm>
          <a:custGeom>
            <a:avLst/>
            <a:gdLst/>
            <a:ahLst/>
            <a:cxnLst/>
            <a:rect r="r" b="b" t="t" l="l"/>
            <a:pathLst>
              <a:path h="183614" w="183614">
                <a:moveTo>
                  <a:pt x="0" y="0"/>
                </a:moveTo>
                <a:lnTo>
                  <a:pt x="183614" y="0"/>
                </a:lnTo>
                <a:lnTo>
                  <a:pt x="183614" y="183614"/>
                </a:lnTo>
                <a:lnTo>
                  <a:pt x="0" y="183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49889" y="6764414"/>
            <a:ext cx="183614" cy="183614"/>
          </a:xfrm>
          <a:custGeom>
            <a:avLst/>
            <a:gdLst/>
            <a:ahLst/>
            <a:cxnLst/>
            <a:rect r="r" b="b" t="t" l="l"/>
            <a:pathLst>
              <a:path h="183614" w="183614">
                <a:moveTo>
                  <a:pt x="0" y="0"/>
                </a:moveTo>
                <a:lnTo>
                  <a:pt x="183614" y="0"/>
                </a:lnTo>
                <a:lnTo>
                  <a:pt x="183614" y="183614"/>
                </a:lnTo>
                <a:lnTo>
                  <a:pt x="0" y="183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449889" y="8118657"/>
            <a:ext cx="183614" cy="183614"/>
          </a:xfrm>
          <a:custGeom>
            <a:avLst/>
            <a:gdLst/>
            <a:ahLst/>
            <a:cxnLst/>
            <a:rect r="r" b="b" t="t" l="l"/>
            <a:pathLst>
              <a:path h="183614" w="183614">
                <a:moveTo>
                  <a:pt x="0" y="0"/>
                </a:moveTo>
                <a:lnTo>
                  <a:pt x="183614" y="0"/>
                </a:lnTo>
                <a:lnTo>
                  <a:pt x="183614" y="183613"/>
                </a:lnTo>
                <a:lnTo>
                  <a:pt x="0" y="1836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16401" y="8017159"/>
            <a:ext cx="2440749" cy="330291"/>
            <a:chOff x="0" y="0"/>
            <a:chExt cx="3254332" cy="440388"/>
          </a:xfrm>
        </p:grpSpPr>
        <p:sp>
          <p:nvSpPr>
            <p:cNvPr name="AutoShape 18" id="18"/>
            <p:cNvSpPr/>
            <p:nvPr/>
          </p:nvSpPr>
          <p:spPr>
            <a:xfrm>
              <a:off x="0" y="408638"/>
              <a:ext cx="3254332" cy="0"/>
            </a:xfrm>
            <a:prstGeom prst="line">
              <a:avLst/>
            </a:prstGeom>
            <a:ln cap="flat" w="63500">
              <a:solidFill>
                <a:srgbClr val="1A1823">
                  <a:alpha val="19608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-28575"/>
              <a:ext cx="3254332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15">
                  <a:solidFill>
                    <a:srgbClr val="1A1823"/>
                  </a:solidFill>
                  <a:latin typeface="Livvic"/>
                  <a:ea typeface="Livvic"/>
                  <a:cs typeface="Livvic"/>
                  <a:sym typeface="Livvic"/>
                </a:rPr>
                <a:t>翻译</a:t>
              </a:r>
            </a:p>
          </p:txBody>
        </p:sp>
        <p:sp>
          <p:nvSpPr>
            <p:cNvPr name="AutoShape 20" id="20"/>
            <p:cNvSpPr/>
            <p:nvPr/>
          </p:nvSpPr>
          <p:spPr>
            <a:xfrm>
              <a:off x="0" y="408638"/>
              <a:ext cx="2512780" cy="0"/>
            </a:xfrm>
            <a:prstGeom prst="line">
              <a:avLst/>
            </a:prstGeom>
            <a:ln cap="flat" w="63500">
              <a:solidFill>
                <a:srgbClr val="ED67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11944" y="8452225"/>
            <a:ext cx="2440749" cy="329556"/>
            <a:chOff x="0" y="0"/>
            <a:chExt cx="3254332" cy="439408"/>
          </a:xfrm>
        </p:grpSpPr>
        <p:sp>
          <p:nvSpPr>
            <p:cNvPr name="AutoShape 22" id="22"/>
            <p:cNvSpPr/>
            <p:nvPr/>
          </p:nvSpPr>
          <p:spPr>
            <a:xfrm>
              <a:off x="0" y="407658"/>
              <a:ext cx="3254332" cy="0"/>
            </a:xfrm>
            <a:prstGeom prst="line">
              <a:avLst/>
            </a:prstGeom>
            <a:ln cap="flat" w="63500">
              <a:solidFill>
                <a:srgbClr val="1A1823">
                  <a:alpha val="19608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3254332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15">
                  <a:solidFill>
                    <a:srgbClr val="1A1823"/>
                  </a:solidFill>
                  <a:latin typeface="Livvic"/>
                  <a:ea typeface="Livvic"/>
                  <a:cs typeface="Livvic"/>
                  <a:sym typeface="Livvic"/>
                </a:rPr>
                <a:t>团队领导能力</a:t>
              </a:r>
            </a:p>
          </p:txBody>
        </p:sp>
        <p:sp>
          <p:nvSpPr>
            <p:cNvPr name="AutoShape 24" id="24"/>
            <p:cNvSpPr/>
            <p:nvPr/>
          </p:nvSpPr>
          <p:spPr>
            <a:xfrm>
              <a:off x="0" y="407658"/>
              <a:ext cx="3033602" cy="0"/>
            </a:xfrm>
            <a:prstGeom prst="line">
              <a:avLst/>
            </a:prstGeom>
            <a:ln cap="flat" w="63500">
              <a:solidFill>
                <a:srgbClr val="ED67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11944" y="8886829"/>
            <a:ext cx="2440749" cy="328822"/>
            <a:chOff x="0" y="0"/>
            <a:chExt cx="3254332" cy="438429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28575"/>
              <a:ext cx="3254332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15">
                  <a:solidFill>
                    <a:srgbClr val="1A1823"/>
                  </a:solidFill>
                  <a:latin typeface="Livvic"/>
                  <a:ea typeface="Livvic"/>
                  <a:cs typeface="Livvic"/>
                  <a:sym typeface="Livvic"/>
                </a:rPr>
                <a:t>摄影和摄像</a:t>
              </a:r>
            </a:p>
          </p:txBody>
        </p:sp>
        <p:sp>
          <p:nvSpPr>
            <p:cNvPr name="AutoShape 27" id="27"/>
            <p:cNvSpPr/>
            <p:nvPr/>
          </p:nvSpPr>
          <p:spPr>
            <a:xfrm>
              <a:off x="0" y="406679"/>
              <a:ext cx="3254332" cy="0"/>
            </a:xfrm>
            <a:prstGeom prst="line">
              <a:avLst/>
            </a:prstGeom>
            <a:ln cap="flat" w="63500">
              <a:solidFill>
                <a:srgbClr val="1A1823">
                  <a:alpha val="19608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0" y="406679"/>
              <a:ext cx="2421303" cy="0"/>
            </a:xfrm>
            <a:prstGeom prst="line">
              <a:avLst/>
            </a:prstGeom>
            <a:ln cap="flat" w="63500">
              <a:solidFill>
                <a:srgbClr val="ED677A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5384596" y="0"/>
            <a:ext cx="2178105" cy="2254184"/>
          </a:xfrm>
          <a:custGeom>
            <a:avLst/>
            <a:gdLst/>
            <a:ahLst/>
            <a:cxnLst/>
            <a:rect r="r" b="b" t="t" l="l"/>
            <a:pathLst>
              <a:path h="2254184" w="2178105">
                <a:moveTo>
                  <a:pt x="0" y="0"/>
                </a:moveTo>
                <a:lnTo>
                  <a:pt x="2178105" y="0"/>
                </a:lnTo>
                <a:lnTo>
                  <a:pt x="2178105" y="2254184"/>
                </a:lnTo>
                <a:lnTo>
                  <a:pt x="0" y="225418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473735" y="9067804"/>
            <a:ext cx="2674321" cy="1504305"/>
          </a:xfrm>
          <a:custGeom>
            <a:avLst/>
            <a:gdLst/>
            <a:ahLst/>
            <a:cxnLst/>
            <a:rect r="r" b="b" t="t" l="l"/>
            <a:pathLst>
              <a:path h="1504305" w="2674321">
                <a:moveTo>
                  <a:pt x="0" y="0"/>
                </a:moveTo>
                <a:lnTo>
                  <a:pt x="2674321" y="0"/>
                </a:lnTo>
                <a:lnTo>
                  <a:pt x="2674321" y="1504305"/>
                </a:lnTo>
                <a:lnTo>
                  <a:pt x="0" y="150430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67953" y="180634"/>
            <a:ext cx="3297176" cy="103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8"/>
              </a:lnSpc>
              <a:spcBef>
                <a:spcPct val="0"/>
              </a:spcBef>
            </a:pPr>
            <a:r>
              <a:rPr lang="en-US" sz="6070">
                <a:solidFill>
                  <a:srgbClr val="1A1823"/>
                </a:solidFill>
                <a:latin typeface="The Youngest"/>
                <a:ea typeface="The Youngest"/>
                <a:cs typeface="The Youngest"/>
                <a:sym typeface="The Youngest"/>
              </a:rPr>
              <a:t>阮胜俊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7577" y="3734642"/>
            <a:ext cx="4158823" cy="74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8"/>
              </a:lnSpc>
            </a:pPr>
            <a:r>
              <a:rPr lang="en-US" sz="1544">
                <a:solidFill>
                  <a:srgbClr val="1A1823"/>
                </a:solidFill>
                <a:latin typeface="Paytone One"/>
                <a:ea typeface="Paytone One"/>
                <a:cs typeface="Paytone One"/>
                <a:sym typeface="Paytone One"/>
              </a:rPr>
              <a:t>我是一名导游，从事旅游业，能够用越南语、英语和中文三种语言向游客介绍旅游景点。我可以灵活安排游客的行程和休息时间。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6912" y="3247448"/>
            <a:ext cx="145540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1A1823"/>
                </a:solidFill>
                <a:latin typeface="Livvic Bold"/>
                <a:ea typeface="Livvic Bold"/>
                <a:cs typeface="Livvic Bold"/>
                <a:sym typeface="Livvic Bold"/>
              </a:rPr>
              <a:t>关于我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692429" y="3303646"/>
            <a:ext cx="122037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1A1823"/>
                </a:solidFill>
                <a:latin typeface="Livvic Bold"/>
                <a:ea typeface="Livvic Bold"/>
                <a:cs typeface="Livvic Bold"/>
                <a:sym typeface="Livvic Bold"/>
              </a:rPr>
              <a:t>接触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11944" y="5043221"/>
            <a:ext cx="244074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1A1823"/>
                </a:solidFill>
                <a:latin typeface="Livvic Bold"/>
                <a:ea typeface="Livvic Bold"/>
                <a:cs typeface="Livvic Bold"/>
                <a:sym typeface="Livvic Bold"/>
              </a:rPr>
              <a:t>学历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7577" y="7565456"/>
            <a:ext cx="244074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99">
                <a:solidFill>
                  <a:srgbClr val="1A1823"/>
                </a:solidFill>
                <a:latin typeface="Livvic Bold"/>
                <a:ea typeface="Livvic Bold"/>
                <a:cs typeface="Livvic Bold"/>
                <a:sym typeface="Livvic Bold"/>
              </a:rPr>
              <a:t>技能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49889" y="5081840"/>
            <a:ext cx="306019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1A1823"/>
                </a:solidFill>
                <a:latin typeface="Livvic Bold"/>
                <a:ea typeface="Livvic Bold"/>
                <a:cs typeface="Livvic Bold"/>
                <a:sym typeface="Livvic Bold"/>
              </a:rPr>
              <a:t>经验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979988" y="3979961"/>
            <a:ext cx="2168068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spc="-42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thangtuantb@gmail.com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5633" y="5715616"/>
            <a:ext cx="133953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23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1A1823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中文系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5633" y="6663121"/>
            <a:ext cx="218151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23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1A1823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旅游引导业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5633" y="5473929"/>
            <a:ext cx="2181518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-28">
                <a:solidFill>
                  <a:srgbClr val="ED677A"/>
                </a:solidFill>
                <a:latin typeface="Livvic Medium"/>
                <a:ea typeface="Livvic Medium"/>
                <a:cs typeface="Livvic Medium"/>
                <a:sym typeface="Livvic Medium"/>
              </a:rPr>
              <a:t>2010 - 2013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5633" y="6393881"/>
            <a:ext cx="2181518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-28">
                <a:solidFill>
                  <a:srgbClr val="ED677A"/>
                </a:solidFill>
                <a:latin typeface="Livvic Medium"/>
                <a:ea typeface="Livvic Medium"/>
                <a:cs typeface="Livvic Medium"/>
                <a:sym typeface="Livvic Medium"/>
              </a:rPr>
              <a:t>2014 - 2017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5633" y="6019866"/>
            <a:ext cx="218151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15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河内外国语学院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5633" y="7032056"/>
            <a:ext cx="218151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15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河内旅游学院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709120" y="5721480"/>
            <a:ext cx="343893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100"/>
              </a:lnSpc>
              <a:spcBef>
                <a:spcPct val="0"/>
              </a:spcBef>
            </a:pPr>
            <a:r>
              <a:rPr lang="en-US" b="true" sz="1500" spc="-30">
                <a:solidFill>
                  <a:srgbClr val="1A1823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电影和摄影实习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709120" y="5459781"/>
            <a:ext cx="1042765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960"/>
              </a:lnSpc>
              <a:spcBef>
                <a:spcPct val="0"/>
              </a:spcBef>
            </a:pPr>
            <a:r>
              <a:rPr lang="en-US" b="true" sz="1400" spc="-28">
                <a:solidFill>
                  <a:srgbClr val="ED677A"/>
                </a:solidFill>
                <a:latin typeface="Livvic Medium"/>
                <a:ea typeface="Livvic Medium"/>
                <a:cs typeface="Livvic Medium"/>
                <a:sym typeface="Livvic Medium"/>
              </a:rPr>
              <a:t>2018 - 2020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709120" y="6733110"/>
            <a:ext cx="1042765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960"/>
              </a:lnSpc>
              <a:spcBef>
                <a:spcPct val="0"/>
              </a:spcBef>
            </a:pPr>
            <a:r>
              <a:rPr lang="en-US" b="true" sz="1400" spc="-28">
                <a:solidFill>
                  <a:srgbClr val="ED677A"/>
                </a:solidFill>
                <a:latin typeface="Livvic Medium"/>
                <a:ea typeface="Livvic Medium"/>
                <a:cs typeface="Livvic Medium"/>
                <a:sym typeface="Livvic Medium"/>
              </a:rPr>
              <a:t>2021 - 2024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791072" y="5461051"/>
            <a:ext cx="203923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泰平摄影公司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751885" y="6734380"/>
            <a:ext cx="203923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50"/>
              </a:lnSpc>
              <a:spcBef>
                <a:spcPct val="0"/>
              </a:spcBef>
            </a:pPr>
            <a:r>
              <a:rPr lang="en-US" sz="1500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泰平旅行社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709120" y="6064380"/>
            <a:ext cx="3438935" cy="5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在城市里为设计师拍摄广告照片和短视频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709120" y="6992825"/>
            <a:ext cx="343893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100"/>
              </a:lnSpc>
              <a:spcBef>
                <a:spcPct val="0"/>
              </a:spcBef>
            </a:pPr>
            <a:r>
              <a:rPr lang="en-US" b="true" sz="1500" spc="-30">
                <a:solidFill>
                  <a:srgbClr val="1A1823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导游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665129" y="7346381"/>
            <a:ext cx="343893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0"/>
              </a:lnSpc>
            </a:pPr>
            <a:r>
              <a:rPr lang="en-US" sz="1500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组织旅游团，向国内外游客展示越南人民和风景之美。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633503" y="8401054"/>
            <a:ext cx="343893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0"/>
              </a:lnSpc>
            </a:pPr>
            <a:r>
              <a:rPr lang="en-US" sz="1500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拓展旅游产品线，并与中国旅行社开展合作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79988" y="4294285"/>
            <a:ext cx="2168068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159 Nguyen Trai TP Thai BInh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979988" y="3677025"/>
            <a:ext cx="2168068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1A1823"/>
                </a:solidFill>
                <a:latin typeface="Livvic"/>
                <a:ea typeface="Livvic"/>
                <a:cs typeface="Livvic"/>
                <a:sym typeface="Livvic"/>
              </a:rPr>
              <a:t>123-456-7890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665129" y="8071130"/>
            <a:ext cx="1184066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960"/>
              </a:lnSpc>
              <a:spcBef>
                <a:spcPct val="0"/>
              </a:spcBef>
            </a:pPr>
            <a:r>
              <a:rPr lang="en-US" b="true" sz="1400" spc="-28">
                <a:solidFill>
                  <a:srgbClr val="ED677A"/>
                </a:solidFill>
                <a:latin typeface="Livvic Medium"/>
                <a:ea typeface="Livvic Medium"/>
                <a:cs typeface="Livvic Medium"/>
                <a:sym typeface="Livvic Medium"/>
              </a:rPr>
              <a:t>2026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53997" y="2058623"/>
            <a:ext cx="4385518" cy="88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3"/>
              </a:lnSpc>
            </a:pPr>
            <a:r>
              <a:rPr lang="en-US" sz="6928">
                <a:solidFill>
                  <a:srgbClr val="7B024D"/>
                </a:solidFill>
                <a:latin typeface="Amoresa"/>
                <a:ea typeface="Amoresa"/>
                <a:cs typeface="Amoresa"/>
                <a:sym typeface="Amoresa"/>
              </a:rPr>
              <a:t>导游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DAHGgJXN97U</dc:identifier>
  <dcterms:modified xsi:type="dcterms:W3CDTF">2011-08-01T06:04:30Z</dcterms:modified>
  <cp:revision>1</cp:revision>
  <dc:title>Sơ yếu Lý lịch Chuyên nghiệp Hiện đại Nữ tính Thanh lịch Hồng trắng</dc:title>
</cp:coreProperties>
</file>